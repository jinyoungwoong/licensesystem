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9" r:id="rId2"/>
    <p:sldId id="27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53" autoAdjust="0"/>
    <p:restoredTop sz="94000" autoAdjust="0"/>
  </p:normalViewPr>
  <p:slideViewPr>
    <p:cSldViewPr snapToGrid="0">
      <p:cViewPr varScale="1">
        <p:scale>
          <a:sx n="107" d="100"/>
          <a:sy n="107" d="100"/>
        </p:scale>
        <p:origin x="12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6" d="100"/>
        <a:sy n="10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3D98D-CD17-43B5-BD3D-081B6C03F97B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7A304-FC93-460B-A167-378695E9CC9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013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06D67-1BA0-4041-91FA-60B0BFBBF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3CB03B-7AE7-42BD-99F9-C98B4326F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6DCDB-F7B0-458B-88D1-A4C6F6D8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B0C650-5EDE-4C60-BA90-7D895498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29A43F-8759-42D8-8C9B-85338465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87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75544-99A2-4D20-BA98-77BA2888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0A5E0-09CF-437E-B470-9E313CEA2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59BCD-26EF-4F96-A842-48C76D7C7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1F8FC-951D-4346-AE45-E0913A5C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19F8A1-C9FC-4CF5-8FA7-0C27BF3F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30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21F13-1DBF-4589-AD0C-C5A7776B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511131-EC0F-4E2F-ADA6-05C45FA52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EF37DA-E245-49A4-9C1C-999C2511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F559C5-557E-4A51-AE9D-42105AE0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F0B3B-C3CA-400B-B1D3-D888B384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518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3CE8D-BB1B-40BC-A9CD-3B40AA3C5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52752F-6F4A-4F32-AA4D-66F591953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CCF6E2-3E58-4013-A516-30DF3F354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D553A8-FCB2-4A73-BCEC-31703EDA5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ECEB6E-8AF7-4FD1-BD97-90AF54E4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7B3B16-0A48-43DC-985E-6C17F485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433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0CCD2-8C2F-454A-84B6-249D8DEA1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55BE9-6574-4C35-8CAD-4FF4C1E3F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4D92BC-29D5-44B8-B490-EFA6AB4C4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0C71F4-BD71-4D06-9CF1-F134271CD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357491-0EA2-47B5-9DB6-A9A2D04CC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A5A6AA8-83A3-46F2-8FFE-29355C98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AE6728-6DCC-4E1C-BDD0-FCD81ABC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0806C40-9E04-4AA9-B65E-5A5211AD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3532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D97B0-11C5-447D-9C69-A3C521F6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16E823-F190-476D-9276-8348CFAEC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34EDE8-7496-450F-8ACB-1A5D892F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27F9E5-7977-43BC-BBCD-AD60E6A5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878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A2B5C7-418B-4F70-BCA0-05CA2E0A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F7CA06-A252-49B4-9641-D7EE1C58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26B29F-8223-4398-BCFF-A4ACB12B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2932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4E6C2-CC22-43A4-8184-8D6204E4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5ECAE2-B181-4DA6-851C-A5E427FD3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1444BA-8379-470F-804C-758FB356D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2F634F-8D80-4602-871D-05F90E32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E5BBF5-8579-4644-B424-AA4617FE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B5FA29-1D8A-4F42-A931-3FA47F76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730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BCB2B-CEB0-4D7F-AECD-197026CCC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EFD109-7BD7-4D71-848A-52CCD4889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E6062B-E34C-49D5-A469-42B2E2BC0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0E7016-117C-4D2F-972F-702151087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E6D36-D4F5-4BFF-B1AF-4F6ACAEB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BF6023-5682-4941-83ED-01D25927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356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BB484-DA4C-4EF0-8381-4D4D84D2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DEE86D-50E7-42FF-82C1-E513DDA3B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50B2B1-B47F-4514-9750-E80FC1F31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49D0A-0297-4C95-A71B-B86ECBC9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FC04E-9F84-46EA-8E5C-6DC694C3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16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3F87DA-5646-40AD-899F-D9A93BC42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8BE338-4332-4C69-9782-B461265B4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C3164A-B6A7-43F4-A35E-9827B775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6A95E2-3962-4042-9210-7E460BA9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D22291-8917-429D-8E61-354A9A19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9134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822193-F64F-4FD5-BC76-FE01186D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E3E5F1-0810-47F5-986F-BD84DB17D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AC5D87-13FC-4078-90BF-96E1E8EC0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2ADAF-DE39-4CB8-8363-D682AAF4130F}" type="datetimeFigureOut">
              <a:rPr lang="ko-KR" altLang="en-US" smtClean="0"/>
              <a:t>2022-01-04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931D8-DA20-40E1-82B3-5B899CA4A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8D7602-E494-4B29-930C-41DF99CE7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452FE-90F7-4326-805D-0A9177E7CB1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024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license.ksolution.kr/Registe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B91071-8B82-48B6-9ED8-81510D4CF9A3}"/>
              </a:ext>
            </a:extLst>
          </p:cNvPr>
          <p:cNvSpPr txBox="1"/>
          <p:nvPr/>
        </p:nvSpPr>
        <p:spPr>
          <a:xfrm>
            <a:off x="4397188" y="2701986"/>
            <a:ext cx="33976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Kworks License</a:t>
            </a:r>
          </a:p>
          <a:p>
            <a:pPr algn="ctr"/>
            <a:r>
              <a:rPr lang="en-US" altLang="ko-KR" sz="2400" dirty="0"/>
              <a:t>API Result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98087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1AB91-9A42-4E30-81F2-8A9D0878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4795"/>
            <a:ext cx="11228294" cy="450383"/>
          </a:xfrm>
        </p:spPr>
        <p:txBody>
          <a:bodyPr>
            <a:normAutofit fontScale="90000"/>
          </a:bodyPr>
          <a:lstStyle/>
          <a:p>
            <a:r>
              <a:rPr lang="en-US" altLang="ko-KR" sz="2800" dirty="0">
                <a:highlight>
                  <a:srgbClr val="C0C0C0"/>
                </a:highlight>
              </a:rPr>
              <a:t>Call</a:t>
            </a:r>
            <a:r>
              <a:rPr lang="ko-KR" altLang="en-US" sz="2800" dirty="0">
                <a:highlight>
                  <a:srgbClr val="C0C0C0"/>
                </a:highlight>
              </a:rPr>
              <a:t> </a:t>
            </a:r>
            <a:r>
              <a:rPr lang="en-US" altLang="ko-KR" sz="2800" dirty="0">
                <a:highlight>
                  <a:srgbClr val="C0C0C0"/>
                </a:highlight>
              </a:rPr>
              <a:t>Url Information</a:t>
            </a:r>
            <a:endParaRPr lang="ko-KR" altLang="en-US" sz="2800" dirty="0">
              <a:highlight>
                <a:srgbClr val="C0C0C0"/>
              </a:highlight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88FF18-E5F6-44B0-882D-C7F2A7E90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17" y="866400"/>
            <a:ext cx="10515600" cy="56150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300" b="1" dirty="0">
              <a:highlight>
                <a:srgbClr val="FFFF00"/>
              </a:highlight>
              <a:latin typeface="돋움체" panose="020B0609000101010101" pitchFamily="49" charset="-127"/>
              <a:ea typeface="돋움체" panose="020B0609000101010101" pitchFamily="49" charset="-127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ko-KR" altLang="en-US" sz="13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호출 </a:t>
            </a:r>
            <a:r>
              <a:rPr lang="en-US" altLang="ko-KR" sz="13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Url </a:t>
            </a:r>
          </a:p>
          <a:p>
            <a:pPr marL="0" indent="0">
              <a:buNone/>
            </a:pPr>
            <a:r>
              <a:rPr lang="en-US" altLang="ko-KR" sz="1200" b="1" dirty="0">
                <a:solidFill>
                  <a:srgbClr val="0563C1"/>
                </a:solidFill>
                <a:latin typeface="돋움체" panose="020B0609000101010101" pitchFamily="49" charset="-127"/>
                <a:ea typeface="돋움체" panose="020B060900010101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http://license.ksolution.kr/Register/</a:t>
            </a:r>
            <a:r>
              <a:rPr lang="en-US" altLang="ko-KR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  <a:r>
              <a:rPr lang="ko-KR" altLang="en-US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라이선스키</a:t>
            </a:r>
            <a:r>
              <a:rPr lang="en-US" altLang="ko-KR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r>
              <a:rPr lang="en-US" altLang="ko-KR" sz="1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en-US" altLang="ko-KR" sz="1200" b="1" dirty="0"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{PC</a:t>
            </a:r>
            <a:r>
              <a:rPr lang="ko-KR" altLang="en-US" sz="1200" b="1" dirty="0"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물리주소</a:t>
            </a:r>
            <a:r>
              <a:rPr lang="en-US" altLang="ko-KR" sz="1200" b="1" dirty="0"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r>
              <a:rPr lang="en-US" altLang="ko-KR" sz="1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en-US" altLang="ko-KR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  <a:r>
              <a:rPr lang="ko-KR" altLang="en-US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외부</a:t>
            </a:r>
            <a:r>
              <a:rPr lang="en-US" altLang="ko-KR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IP}</a:t>
            </a:r>
            <a:r>
              <a:rPr lang="en-US" altLang="ko-KR" sz="1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en-US" altLang="ko-KR" sz="1200" b="1" dirty="0"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  <a:r>
              <a:rPr lang="ko-KR" altLang="en-US" sz="1200" b="1" dirty="0"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내부</a:t>
            </a:r>
            <a:r>
              <a:rPr lang="en-US" altLang="ko-KR" sz="1200" b="1" dirty="0"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IP}</a:t>
            </a:r>
            <a:r>
              <a:rPr lang="en-US" altLang="ko-KR" sz="1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en-US" altLang="ko-KR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  <a:r>
              <a:rPr lang="ko-KR" altLang="en-US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시리얼번호</a:t>
            </a:r>
            <a:r>
              <a:rPr lang="en-US" altLang="ko-KR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r>
              <a:rPr lang="en-US" altLang="ko-KR" sz="1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en-US" altLang="ko-KR" sz="1200" b="1" dirty="0"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{PC</a:t>
            </a:r>
            <a:r>
              <a:rPr lang="ko-KR" altLang="en-US" sz="1200" b="1" dirty="0"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사용자명</a:t>
            </a:r>
            <a:r>
              <a:rPr lang="en-US" altLang="ko-KR" sz="1200" b="1" dirty="0"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r>
              <a:rPr lang="en-US" altLang="ko-KR" sz="1200" b="1" dirty="0"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r>
              <a:rPr lang="en-US" altLang="ko-KR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{PC</a:t>
            </a:r>
            <a:r>
              <a:rPr lang="ko-KR" altLang="en-US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디바이스명</a:t>
            </a:r>
            <a:r>
              <a:rPr lang="en-US" altLang="ko-KR" sz="1200" b="1" dirty="0">
                <a:highlight>
                  <a:srgbClr val="FF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marL="0" indent="0">
              <a:buNone/>
            </a:pPr>
            <a:endParaRPr lang="en-US" altLang="ko-KR" sz="1200" b="1" dirty="0">
              <a:highlight>
                <a:srgbClr val="FFFF00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0" indent="0">
              <a:buNone/>
            </a:pPr>
            <a:r>
              <a:rPr lang="ko-KR" altLang="en-US" sz="1300" dirty="0">
                <a:highlight>
                  <a:srgbClr val="FFFF00"/>
                </a:highlight>
              </a:rPr>
              <a:t>전송방법 </a:t>
            </a:r>
            <a:r>
              <a:rPr lang="en-US" altLang="ko-KR" sz="1300" dirty="0">
                <a:highlight>
                  <a:srgbClr val="FFFF00"/>
                </a:highlight>
              </a:rPr>
              <a:t>: </a:t>
            </a:r>
            <a:r>
              <a:rPr lang="en-US" altLang="ko-KR" sz="1300" dirty="0"/>
              <a:t>POST</a:t>
            </a:r>
          </a:p>
          <a:p>
            <a:pPr marL="0" indent="0">
              <a:buNone/>
            </a:pPr>
            <a:endParaRPr lang="en-US" altLang="ko-KR" sz="1300" dirty="0"/>
          </a:p>
          <a:p>
            <a:pPr marL="0" indent="0">
              <a:buNone/>
            </a:pPr>
            <a:r>
              <a:rPr lang="en-US" altLang="ko-KR" sz="1300" dirty="0">
                <a:highlight>
                  <a:srgbClr val="FFFF00"/>
                </a:highlight>
              </a:rPr>
              <a:t>Request </a:t>
            </a:r>
            <a:r>
              <a:rPr lang="ko-KR" altLang="en-US" sz="1300" dirty="0">
                <a:highlight>
                  <a:srgbClr val="FFFF00"/>
                </a:highlight>
              </a:rPr>
              <a:t>파라미터 </a:t>
            </a:r>
            <a:r>
              <a:rPr lang="en-US" altLang="ko-KR" sz="1300" dirty="0">
                <a:highlight>
                  <a:srgbClr val="FFFF00"/>
                </a:highlight>
              </a:rPr>
              <a:t>:</a:t>
            </a:r>
            <a:r>
              <a:rPr lang="en-US" altLang="ko-KR" sz="1300" dirty="0"/>
              <a:t> </a:t>
            </a:r>
            <a:r>
              <a:rPr lang="ko-KR" altLang="en-US" sz="1300" dirty="0"/>
              <a:t>라이선스키 </a:t>
            </a:r>
            <a:r>
              <a:rPr lang="en-US" altLang="ko-KR" sz="1300" dirty="0"/>
              <a:t>~ PC</a:t>
            </a:r>
            <a:r>
              <a:rPr lang="ko-KR" altLang="en-US" sz="1300" dirty="0"/>
              <a:t>디바이스명</a:t>
            </a:r>
            <a:endParaRPr lang="en-US" altLang="ko-KR" sz="1300" dirty="0"/>
          </a:p>
          <a:p>
            <a:pPr marL="0" indent="0">
              <a:buNone/>
            </a:pPr>
            <a:endParaRPr lang="en-US" altLang="ko-KR" sz="1300" dirty="0"/>
          </a:p>
          <a:p>
            <a:pPr marL="0" indent="0">
              <a:buNone/>
            </a:pPr>
            <a:r>
              <a:rPr lang="en-US" altLang="ko-KR" sz="1300" dirty="0">
                <a:highlight>
                  <a:srgbClr val="FFFF00"/>
                </a:highlight>
              </a:rPr>
              <a:t>Response</a:t>
            </a:r>
            <a:r>
              <a:rPr lang="ko-KR" altLang="en-US" sz="1300" dirty="0">
                <a:highlight>
                  <a:srgbClr val="FFFF00"/>
                </a:highlight>
              </a:rPr>
              <a:t> 결과값 타입 및 규칙 </a:t>
            </a:r>
            <a:r>
              <a:rPr lang="en-US" altLang="ko-KR" sz="1300" dirty="0">
                <a:highlight>
                  <a:srgbClr val="FFFF00"/>
                </a:highlight>
              </a:rPr>
              <a:t>:</a:t>
            </a:r>
            <a:r>
              <a:rPr lang="en-US" altLang="ko-KR" sz="1300" dirty="0"/>
              <a:t>  Json</a:t>
            </a:r>
            <a:r>
              <a:rPr lang="ko-KR" altLang="en-US" sz="1300" dirty="0"/>
              <a:t>타입 및 </a:t>
            </a:r>
            <a:r>
              <a:rPr lang="en-US" altLang="ko-KR" sz="1300" dirty="0"/>
              <a:t>{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success</a:t>
            </a:r>
            <a:r>
              <a:rPr lang="en-US" altLang="ko-KR" sz="1300" dirty="0"/>
              <a:t> : </a:t>
            </a:r>
            <a:r>
              <a:rPr lang="en-US" altLang="ko-KR" sz="13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true or false </a:t>
            </a:r>
            <a:r>
              <a:rPr lang="en-US" altLang="ko-KR" sz="1300" dirty="0"/>
              <a:t>,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message</a:t>
            </a:r>
            <a:r>
              <a:rPr lang="en-US" altLang="ko-KR" sz="1300" dirty="0"/>
              <a:t> = </a:t>
            </a:r>
            <a:r>
              <a:rPr lang="en-US" altLang="ko-KR" sz="13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“</a:t>
            </a:r>
            <a:r>
              <a:rPr lang="ko-KR" altLang="en-US" sz="13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결과메세지</a:t>
            </a:r>
            <a:r>
              <a:rPr lang="en-US" altLang="ko-KR" sz="13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”</a:t>
            </a:r>
            <a:r>
              <a:rPr lang="en-US" altLang="ko-KR" sz="1300" dirty="0"/>
              <a:t>}</a:t>
            </a:r>
          </a:p>
          <a:p>
            <a:pPr marL="0" indent="0">
              <a:buNone/>
            </a:pPr>
            <a:endParaRPr lang="en-US" altLang="ko-KR" sz="1300" b="1" dirty="0"/>
          </a:p>
          <a:p>
            <a:pPr marL="0" indent="0">
              <a:buNone/>
            </a:pPr>
            <a:r>
              <a:rPr lang="ko-KR" altLang="en-US" sz="1300" dirty="0">
                <a:highlight>
                  <a:srgbClr val="FFFF00"/>
                </a:highlight>
              </a:rPr>
              <a:t>리턴결과 </a:t>
            </a:r>
            <a:r>
              <a:rPr lang="en-US" altLang="ko-KR" sz="1300" dirty="0">
                <a:highlight>
                  <a:srgbClr val="FFFF00"/>
                </a:highlight>
              </a:rPr>
              <a:t>:</a:t>
            </a:r>
          </a:p>
          <a:p>
            <a:pPr marL="0" indent="0">
              <a:buNone/>
            </a:pPr>
            <a:r>
              <a:rPr lang="en-US" altLang="ko-KR" sz="1300" dirty="0">
                <a:highlight>
                  <a:srgbClr val="00FF00"/>
                </a:highlight>
              </a:rPr>
              <a:t>① </a:t>
            </a:r>
            <a:r>
              <a:rPr lang="ko-KR" altLang="en-US" sz="1300" dirty="0">
                <a:highlight>
                  <a:srgbClr val="00FF00"/>
                </a:highlight>
              </a:rPr>
              <a:t>라이선스 키 미입력 </a:t>
            </a:r>
            <a:r>
              <a:rPr lang="en-US" altLang="ko-KR" sz="1300" dirty="0">
                <a:highlight>
                  <a:srgbClr val="00FF00"/>
                </a:highlight>
              </a:rPr>
              <a:t>: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 success = </a:t>
            </a:r>
            <a:r>
              <a:rPr lang="en-US" altLang="ko-KR" sz="13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false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message = 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라이선스 정보를 입력하시기 바랍니다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."</a:t>
            </a:r>
            <a:r>
              <a:rPr lang="ko-KR" altLang="en-US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r>
              <a:rPr lang="ko-KR" altLang="en-US" sz="1300" dirty="0">
                <a:highlight>
                  <a:srgbClr val="FFFF00"/>
                </a:highlight>
              </a:rPr>
              <a:t> </a:t>
            </a:r>
            <a:endParaRPr lang="en-US" altLang="ko-KR" sz="13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ko-KR" sz="1300" dirty="0">
                <a:highlight>
                  <a:srgbClr val="00FF00"/>
                </a:highlight>
              </a:rPr>
              <a:t>② </a:t>
            </a:r>
            <a:r>
              <a:rPr lang="ko-KR" altLang="en-US" sz="1300" dirty="0">
                <a:highlight>
                  <a:srgbClr val="00FF00"/>
                </a:highlight>
              </a:rPr>
              <a:t>미존재 라이선스 키 </a:t>
            </a:r>
            <a:r>
              <a:rPr lang="en-US" altLang="ko-KR" sz="1300" dirty="0">
                <a:highlight>
                  <a:srgbClr val="00FF00"/>
                </a:highlight>
              </a:rPr>
              <a:t>: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 success = </a:t>
            </a:r>
            <a:r>
              <a:rPr lang="en-US" altLang="ko-KR" sz="13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false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message = 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존재하지 않는 라이선스 입니다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."</a:t>
            </a:r>
            <a:r>
              <a:rPr lang="ko-KR" altLang="en-US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US" altLang="ko-KR" sz="13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ko-KR" sz="1300" dirty="0">
                <a:highlight>
                  <a:srgbClr val="00FF00"/>
                </a:highlight>
              </a:rPr>
              <a:t>③ </a:t>
            </a:r>
            <a:r>
              <a:rPr lang="ko-KR" altLang="en-US" sz="1300" dirty="0">
                <a:highlight>
                  <a:srgbClr val="00FF00"/>
                </a:highlight>
              </a:rPr>
              <a:t>사용 할 수 없는 라이선스 키 </a:t>
            </a:r>
            <a:r>
              <a:rPr lang="en-US" altLang="ko-KR" sz="1300" dirty="0">
                <a:highlight>
                  <a:srgbClr val="00FF00"/>
                </a:highlight>
              </a:rPr>
              <a:t>(IsEnabled = false} :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 success = </a:t>
            </a:r>
            <a:r>
              <a:rPr lang="en-US" altLang="ko-KR" sz="13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false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message = 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사용 할 수 없는 라이선스 입니다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."</a:t>
            </a:r>
            <a:r>
              <a:rPr lang="ko-KR" altLang="en-US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US" altLang="ko-KR" sz="13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ko-KR" sz="1300" dirty="0">
                <a:highlight>
                  <a:srgbClr val="00FF00"/>
                </a:highlight>
              </a:rPr>
              <a:t>④ </a:t>
            </a:r>
            <a:r>
              <a:rPr lang="ko-KR" altLang="en-US" sz="1300" dirty="0">
                <a:highlight>
                  <a:srgbClr val="00FF00"/>
                </a:highlight>
              </a:rPr>
              <a:t>이미 등록 된 라이선스 키 </a:t>
            </a:r>
            <a:r>
              <a:rPr lang="en-US" altLang="ko-KR" sz="1300" dirty="0">
                <a:highlight>
                  <a:srgbClr val="00FF00"/>
                </a:highlight>
              </a:rPr>
              <a:t>: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 success = </a:t>
            </a:r>
            <a:r>
              <a:rPr lang="en-US" altLang="ko-KR" sz="13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false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message = 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이미 등록 된 라이선스 입니다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."</a:t>
            </a:r>
            <a:r>
              <a:rPr lang="ko-KR" altLang="en-US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pPr marL="0" indent="0">
              <a:buNone/>
            </a:pPr>
            <a:r>
              <a:rPr lang="en-US" altLang="ko-KR" sz="1300" dirty="0">
                <a:solidFill>
                  <a:srgbClr val="000000"/>
                </a:solidFill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⑤ </a:t>
            </a:r>
            <a:r>
              <a:rPr lang="ko-KR" altLang="en-US" sz="1300" dirty="0">
                <a:solidFill>
                  <a:srgbClr val="000000"/>
                </a:solidFill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라이선스 정상등록 </a:t>
            </a:r>
            <a:r>
              <a:rPr lang="en-US" altLang="ko-KR" sz="1300" dirty="0">
                <a:solidFill>
                  <a:srgbClr val="000000"/>
                </a:solidFill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ko-KR" altLang="en-US" sz="1300" dirty="0">
                <a:solidFill>
                  <a:srgbClr val="000000"/>
                </a:solidFill>
                <a:highlight>
                  <a:srgbClr val="00FF00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 success = </a:t>
            </a:r>
            <a:r>
              <a:rPr lang="en-US" altLang="ko-KR" sz="13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message = 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ko-KR" altLang="en-US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라이선스가 정상 등록되었습니다</a:t>
            </a:r>
            <a:r>
              <a:rPr lang="en-US" altLang="ko-KR" sz="13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."</a:t>
            </a:r>
            <a:r>
              <a:rPr lang="ko-KR" altLang="en-US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3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28616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177</Words>
  <Application>Microsoft Office PowerPoint</Application>
  <PresentationFormat>와이드스크린</PresentationFormat>
  <Paragraphs>19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돋움체</vt:lpstr>
      <vt:lpstr>맑은 고딕</vt:lpstr>
      <vt:lpstr>Arial</vt:lpstr>
      <vt:lpstr>Office 테마</vt:lpstr>
      <vt:lpstr>PowerPoint 프레젠테이션</vt:lpstr>
      <vt:lpstr>Call Url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Kworks3</dc:creator>
  <cp:lastModifiedBy>Kworks3</cp:lastModifiedBy>
  <cp:revision>288</cp:revision>
  <dcterms:created xsi:type="dcterms:W3CDTF">2021-12-22T01:34:00Z</dcterms:created>
  <dcterms:modified xsi:type="dcterms:W3CDTF">2022-01-04T01:17:14Z</dcterms:modified>
</cp:coreProperties>
</file>